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DANGKHUONG.COM · Website All-in-One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DANGKHUONG.COM · Website All-in-One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DANGKHUONG.COM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ALL-IN-ONE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0" y="3291840"/>
            <a:ext cx="30449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6616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Sở hữu vĩnh viễn bộ mã trị giá 3-6 tỷ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đặc biệt cho 20 người đầu: 10.000.000₫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Đăng Khương Academy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chứng minh trên thực tế — 30 ngày qua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lý thuyết. Đây là số liệu thật từ cơ sở dữ liệu sản xuất.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100s tr ₫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529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chuyển khoản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trực tiếp trên web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8288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46120" y="28529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mới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3401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trong 30 ngày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288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8529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 CRM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401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tiềm năng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8288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77.059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823960" y="28529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 hành vi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960" y="340156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30 ngày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Bạn không mua promise — bạn mua nền tảng đã sinh ra dòng tiền thật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All-in-One là gì?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920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cần ngay bây giờ?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4688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thử nghiệm 30 ngày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0175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sao để có website này?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56616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35661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với Skool, Kajabi, Sapo...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41148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sở hữu những gì?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66344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63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46634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mức giá — Chọn mức cam kết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5212080"/>
            <a:ext cx="137160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212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77440" y="52120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động ngay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ALL-IN-ONE LÀ GÌ?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bộ mã nguồn duy nhất gộp toàn bộ công cụ vận hành kinh doanh giáo dục số vào CÙNG MỘT hệ thống.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truyền thống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45352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All-in-One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5486400" cy="3108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7-10 phần mềm thuê bao riêng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Dữ liệu rời rạc 7 nơi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Phải copy-paste, đồng bộ thủ công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Trả 7 hoá đơn SaaS mỗi tháng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Phụ thuộc nhà cung cấp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Phí giao dịch 2.9% mỗi đơn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Không thanh toán bằng tiếng Việt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3108960"/>
            <a:ext cx="548640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32004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 codebase chạy 7 module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 cơ sở dữ liệu duy nhất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Dữ liệu tự đồng bộ realtime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Mua 1 lần, sở hữu vĩnh viễn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Toàn quyền tuỳ biến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0₫ phí giao dịch (Sepay/PayOS)
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Tiếng Việt 100%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module tích hợp sẵn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học trực tuyến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 học, video, quiz, chứng chỉ, theo dõi tiến độ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hàng trực tuyến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Sepay/PayOS, GHN/GHTK/Viettel...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khách hàng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1874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với pipeline, lead scoring, segment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SES / Resend / Mailgun — bạn chọn rẻ nhất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83464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thị liên kết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đa cấp, hoa hồng tự động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77824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nội dung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SEO, Resources, Community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657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7280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7 cấp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983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Admin/Manager/Sale/Marketing/Editor/Instructor/Support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mô codebase — chứng minh độ chín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768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TypeScript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37160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0" y="22768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137160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040880" y="22768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giao diện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42885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kết nối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338328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566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840480" y="42885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 DB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3383280"/>
            <a:ext cx="18288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566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42885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tích hợp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Quy mô tương đương một startup Series A đã chạy 2-3 năm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nên có Website All-in-One?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1090879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Coach / Mentor cá nhân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10K-100K followers, bán khoá học + coaching 1:1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0879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Doanh nghiệp giáo dục SME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5-50 nhân sự, vận hành nhiều khoá + bán sản phẩm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0879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Influencer / KOL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khoá + merch + ebook đến cộng đồng riêng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Agency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251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nhanh product cho client (white-label)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0879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12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Startup Founder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5212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đầy đủ tính năng trong 1 tuần, không phải 6 tháng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CẦN NGAY BÂY GIỜ?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Nỗi đau founder Việt đang chịu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Đốt 8-15 triệu/tháng cho 5-7 phần mềm thuê bao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Phụ thuộc nền tảng — Facebook/Tiktok ban là mất hết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Dữ liệu khách hàng rời rạc ở 7 nơi — không có cái nhìn 360°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Không sở hữu data — nhà cung cấp xoá là mất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Mất hàng giờ mỗi tuần đồng bộ thủ công giữa các SaaS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Không scale được — mỗi lần tăng user là tăng chi phí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Khách Việt không có Visa → bỏ giỏ 40-60%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kiệm chi phí khổng lồ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1363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Phần mềm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Giá/tháng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Giá/năm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Kajabi (LMS)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199$ (≈5tr)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 (Bán hàng)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79$ (≈2tr)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HubSpot (CRM)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50$ (≈1.2tr)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ActiveCampaign (Email)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70$ (≈1.7tr)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Refersion (Affiliate)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99$ (≈2.4tr)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mỗi năm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 triệu/tháng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~150 triệu/năm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908792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02920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Mua dangkhuong.com chỉ 10 triệu = Tiết kiệm 140 triệu năm đầu, 290 triệu năm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AI Agent — Cửa sổ 12-18 tháng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là năm vàng để triển khai Trợ lý AI tự động (AI Agent)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gọi AI giảm 10 lần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2024 — gọi Claude/GPT giờ rẻ như gửi email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đã wire sẵn Anthropic 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Cắm API key là chạy ngay — không cần code lại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908792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 chưa kịp tích hợp sâu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617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vẫn còn lợi thế tiên phong (first-mover)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10908792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49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tư vấn / chăm sóc / lên lịch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5715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xử lý 80% công việc support 24/7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THỬ NGHIỆM 30 NGÀY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thật từ cơ sở dữ liệu sản xuất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con số PR — Đây là dòng tiền thật chảy vào tài khoản ngân hàng Việt Nam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100s triệu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thực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 chuyển khoản trực tiếp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202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944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mới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4930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trong 30 ngày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9202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944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 CRM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4930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 tiềm năng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1737360"/>
            <a:ext cx="260604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9202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77.059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06840" y="2944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kiện hành vi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349300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~2.500 events/ngày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10908792" cy="1645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8056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thanh toán: </a:t>
            </a:r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Sepay QR + PayOS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(99% người Việt dùng được)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giao dịch: </a:t>
            </a:r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0₫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Visa/Mastercard: </a:t>
            </a:r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(khác hoàn toàn Skool)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phát triển — Platform được chăm sóc thật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5204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7802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30 ngày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~12.7 commits mỗi ngày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3.408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43400" y="247802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thay đổi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cường độ cao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204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5544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46720" y="247802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/ ngày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9809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Đây không phải template tĩnh — đây là nền tảng đang chạy production thật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bạn mua codebase, bạn nhận bản snapshot tại thời điểm chuyển giao — sở hữu VĨNH VIỄN. Bạn quyết định khi nào update tiếp theo.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SAO ĐỂ CÓ WEBSITE NÀY?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có 2 lựa chọn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LỰA CHỌN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làm với Claude Code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Claude Code lên GitHub tìm repo phù hợp (2-4h)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code + deploy (4-8h)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BUG — TỐN NHIỀU THỜI GIAN NHẤT vì cần: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Tư duy kinh doanh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Kinh nghiệm marketing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Kinh nghiệm sales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Quản trị team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Đào tạo học viên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Xây cộng đồng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marketing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Trải nghiệm thực tế nhiều năm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 THÁNG TRỞ LÊN — có thể không xong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280160"/>
            <a:ext cx="5486400" cy="493776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LỰA CHỌN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5352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dangkhuong.com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28232" y="22860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TIẾNG: có bộ code chạy được
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2-7 NGÀY: sửa nội dung phù hợp thương hiệu
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trợ lý 1:1 trực tiếp từ Lê Đăng Khương
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ngày hỏi đáp miễn phí
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có sẵn: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Tích hợp Sepay/PayOS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Kết nối GHN/GHTK/Viettel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Amazon SES/Resend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Agent ready (Claude)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5760720"/>
            <a:ext cx="54864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TỐI ĐA 1 TUẦN — có 1:1 hỗ trợ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duy trì hàng tháng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087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383280"/>
                <a:gridCol w="34107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Nâng cao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(chạy web)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500K/tháng 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(DB)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 (500MB)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600K/tháng 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— chọn rẻ nhất: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→ Resend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3K mail/tháng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$20/100K 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→ Amazon 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$0.10/1000 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Rẻ nhất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→ Mailgun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$35/50K 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Tên miền (domain)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250K/năm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Phí cổng thanh toán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 (Sepay/PayOS)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Phí vận chuyển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 (mọi carrier)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mỗi tháng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0 - 100K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triệu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Kajabi 5tr/tháng → Tiết kiệm 80%+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SKOOL, KAJABI, SAPO...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— Rẻ trên mặt báo, đắt thật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nhìn rẻ: $99/tháng. Nhưng nhìn kỹ hơn...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Phí giao dịch 2.9% + 30¢/đơn (Stripe)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1 tỷ doanh thu/năm = ~30 triệu phí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Chỉ chấp nhận Visa/Mastercard quốc tế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3291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người Việt KHÔNG có / không quen dùng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Chuyển đổi giảm 40-60%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khách Việt không hoàn tất được thanh toán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1 tỷ DT thực tế = mất 600M-1B doanh thu tiềm năng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khách bỏ giỏ ngay khi thấy Visa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dangkhuong.com: 0₫ phí giao dịch, Sepay/PayOS, 99% người Việt dùng được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 tổng hợp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2194560"/>
                <a:gridCol w="24048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Kajabi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dangkhuong.com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Giá/tháng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$199-399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600K-3M₫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Mua 1 lần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Phí giao dịch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 + 30¢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Thanh toán VN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Chỉ Visa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Chỉ Visa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Sepay/PayOS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LMS (học)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Cơ bản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Mạnh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Đầy đủ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Cơ bản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+ Mixed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Cơ bản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Kanban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Vận chuyển VN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GHN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Mọi carrier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Sở hữu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VĨNH VIỄN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năm chi phí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60-120M₫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180-360M₫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20-100M₫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10M₫ (1 lần)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SỞ HỮU NHỮNG GÌ?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giá trị bạn nhận được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08792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5935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📦 Bộ code Website All-in-One (166K LOC, 7 module)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100.000.000₫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🎁 Bonus 1: Cách tạo sản phẩm số (course/ebook/template)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5.000.000₫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🎁 Bonus 2: Chiến lược kinh doanh sản phẩm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10.000.000₫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🎁 Bonus 3: 1:1 30 ngày chuyển giao code (LĐK trực tiếp)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30.000.000₫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🎁 Bonus 4: 30 ngày Q&amp;A miễn phí (reply 24h)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10.000.000₫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🎁 Bonus 5: Cộng đồng riêng 20 Founding Members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Vô giá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 GIÁ TRỊ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155+ triệu₫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669280"/>
            <a:ext cx="1090879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6692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chỉ trả 10 triệu — Tiết kiệm 145 triệu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MỨC GIÁ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mức cam kết của bạn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0" cy="420624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NIÊM YẾT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₫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hết slot ưu đãi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6576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CỌC SỚM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4805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₫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hết 20 người đầu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188720"/>
            <a:ext cx="3657600" cy="4572000"/>
          </a:xfrm>
          <a:prstGeom prst="rect">
            <a:avLst/>
          </a:prstGeom>
          <a:solidFill>
            <a:srgbClr val="D4A843"/>
          </a:solidFill>
          <a:ln w="50800">
            <a:solidFill>
              <a:srgbClr val="B89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HÔM NAY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832104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₫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20 người đầu tiên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kiệm 90 triệu (90%)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💯 CAM KẾT HOÀN TIỀN 100% TRONG 30 NGÀY — Bạn không mất gì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ĐỘNG NGAY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CHỈ CÒN VÀI SLOT VỚI GIÁ 10 TRIỆU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10360152" cy="1828800"/>
          </a:xfrm>
          <a:prstGeom prst="rect">
            <a:avLst/>
          </a:prstGeom>
          <a:solidFill>
            <a:srgbClr val="1A1A1A"/>
          </a:solidFill>
          <a:ln w="381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9445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nhận được: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Codebase trị giá 3-6 tỷ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quà tặng trị giá 55+ triệu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Hỗ trợ 1:1 trực tiếp 30 ngày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Cam kết hoàn tiền 100%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Chỉ </a:t>
            </a:r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triệu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3044952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Zalo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Đăng Khương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3840480"/>
            <a:ext cx="3044952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39319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Facebook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44348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Đăng Khương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40480"/>
            <a:ext cx="3044952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9319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44348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dangkhuong.com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không mất gì khi thử — nhưng nếu chần chừ, bạn mất CƠ HỘI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sở hữu platform 6 tỷ với giá 10 triệu MÃI MÃI.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BẠN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đầu tư thời gian xem trình bày này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0" y="4114800"/>
            <a:ext cx="3044952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Inbox ngay để đặt slot 10 triệu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Đăng Khương Academy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All-in-One dangkhuong.com — Sales Pitch</dc:title>
  <dc:subject>PptxGenJS Presentation</dc:subject>
  <dc:creator>Lê Đăng Khương Academy</dc:creator>
  <cp:lastModifiedBy>Lê Đăng Khương Academy</cp:lastModifiedBy>
  <cp:revision>1</cp:revision>
  <dcterms:created xsi:type="dcterms:W3CDTF">2026-06-04T22:05:55Z</dcterms:created>
  <dcterms:modified xsi:type="dcterms:W3CDTF">2026-06-04T22:05:55Z</dcterms:modified>
</cp:coreProperties>
</file>